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4"/>
  </p:sldMasterIdLst>
  <p:notesMasterIdLst>
    <p:notesMasterId r:id="rId7"/>
  </p:notesMasterIdLst>
  <p:sldIdLst>
    <p:sldId id="330" r:id="rId5"/>
    <p:sldId id="345" r:id="rId6"/>
  </p:sldIdLst>
  <p:sldSz cx="15119350" cy="10691813"/>
  <p:notesSz cx="10018713" cy="68865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RAKAT OUSSAMA" initials="HO" lastIdx="3" clrIdx="0">
    <p:extLst>
      <p:ext uri="{19B8F6BF-5375-455C-9EA6-DF929625EA0E}">
        <p15:presenceInfo xmlns:p15="http://schemas.microsoft.com/office/powerpoint/2012/main" userId="S::HARAKAT-ous@upf.ac.ma::2087b59f-be71-4500-ba59-035a3c756c6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8FB"/>
    <a:srgbClr val="E9EBF5"/>
    <a:srgbClr val="129648"/>
    <a:srgbClr val="CB21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088" autoAdjust="0"/>
    <p:restoredTop sz="94802" autoAdjust="0"/>
  </p:normalViewPr>
  <p:slideViewPr>
    <p:cSldViewPr snapToGrid="0" showGuides="1">
      <p:cViewPr varScale="1">
        <p:scale>
          <a:sx n="40" d="100"/>
          <a:sy n="40" d="100"/>
        </p:scale>
        <p:origin x="151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41442" cy="345924"/>
          </a:xfrm>
          <a:prstGeom prst="rect">
            <a:avLst/>
          </a:prstGeom>
        </p:spPr>
        <p:txBody>
          <a:bodyPr vert="horz" lIns="92418" tIns="46209" rIns="92418" bIns="46209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675533" y="0"/>
            <a:ext cx="4341442" cy="345924"/>
          </a:xfrm>
          <a:prstGeom prst="rect">
            <a:avLst/>
          </a:prstGeom>
        </p:spPr>
        <p:txBody>
          <a:bodyPr vert="horz" lIns="92418" tIns="46209" rIns="92418" bIns="46209" rtlCol="0"/>
          <a:lstStyle>
            <a:lvl1pPr algn="r">
              <a:defRPr sz="1200"/>
            </a:lvl1pPr>
          </a:lstStyle>
          <a:p>
            <a:fld id="{64471C40-5E3D-417F-B2E4-557AA7FDADA4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367088" y="860425"/>
            <a:ext cx="3284537" cy="2324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18" tIns="46209" rIns="92418" bIns="46209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1001872" y="3314165"/>
            <a:ext cx="8014970" cy="2711588"/>
          </a:xfrm>
          <a:prstGeom prst="rect">
            <a:avLst/>
          </a:prstGeom>
        </p:spPr>
        <p:txBody>
          <a:bodyPr vert="horz" lIns="92418" tIns="46209" rIns="92418" bIns="46209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6540654"/>
            <a:ext cx="4341442" cy="345923"/>
          </a:xfrm>
          <a:prstGeom prst="rect">
            <a:avLst/>
          </a:prstGeom>
        </p:spPr>
        <p:txBody>
          <a:bodyPr vert="horz" lIns="92418" tIns="46209" rIns="92418" bIns="46209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675533" y="6540654"/>
            <a:ext cx="4341442" cy="345923"/>
          </a:xfrm>
          <a:prstGeom prst="rect">
            <a:avLst/>
          </a:prstGeom>
        </p:spPr>
        <p:txBody>
          <a:bodyPr vert="horz" lIns="92418" tIns="46209" rIns="92418" bIns="46209" rtlCol="0" anchor="b"/>
          <a:lstStyle>
            <a:lvl1pPr algn="r">
              <a:defRPr sz="1200"/>
            </a:lvl1pPr>
          </a:lstStyle>
          <a:p>
            <a:fld id="{85B53672-E748-4EF5-829E-B5074C1399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5986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4FA7F6-6C57-2CBA-5DBA-42B49A8A0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9919" y="1749795"/>
            <a:ext cx="11339513" cy="3722335"/>
          </a:xfrm>
        </p:spPr>
        <p:txBody>
          <a:bodyPr anchor="b"/>
          <a:lstStyle>
            <a:lvl1pPr algn="ctr">
              <a:defRPr sz="744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B83CB8E-D6FB-D13F-F4F0-90C200B497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9919" y="5615678"/>
            <a:ext cx="11339513" cy="2581379"/>
          </a:xfrm>
        </p:spPr>
        <p:txBody>
          <a:bodyPr/>
          <a:lstStyle>
            <a:lvl1pPr marL="0" indent="0" algn="ctr">
              <a:buNone/>
              <a:defRPr sz="2976"/>
            </a:lvl1pPr>
            <a:lvl2pPr marL="566974" indent="0" algn="ctr">
              <a:buNone/>
              <a:defRPr sz="2480"/>
            </a:lvl2pPr>
            <a:lvl3pPr marL="1133947" indent="0" algn="ctr">
              <a:buNone/>
              <a:defRPr sz="2232"/>
            </a:lvl3pPr>
            <a:lvl4pPr marL="1700921" indent="0" algn="ctr">
              <a:buNone/>
              <a:defRPr sz="1984"/>
            </a:lvl4pPr>
            <a:lvl5pPr marL="2267895" indent="0" algn="ctr">
              <a:buNone/>
              <a:defRPr sz="1984"/>
            </a:lvl5pPr>
            <a:lvl6pPr marL="2834869" indent="0" algn="ctr">
              <a:buNone/>
              <a:defRPr sz="1984"/>
            </a:lvl6pPr>
            <a:lvl7pPr marL="3401842" indent="0" algn="ctr">
              <a:buNone/>
              <a:defRPr sz="1984"/>
            </a:lvl7pPr>
            <a:lvl8pPr marL="3968816" indent="0" algn="ctr">
              <a:buNone/>
              <a:defRPr sz="1984"/>
            </a:lvl8pPr>
            <a:lvl9pPr marL="4535790" indent="0" algn="ctr">
              <a:buNone/>
              <a:defRPr sz="1984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18B036-9876-E371-0C16-7EEA178CC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69D5-B2AD-4FF5-864F-DA8BB5CEBF71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361EE3-EB6E-2BFE-B62A-DE88D7F19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024885-506A-9C23-47D0-F4D0A91AE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042A4-BF42-4D4E-BA03-7A545B272D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2299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DA692C-CD9F-7910-3C46-33716633E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CCF863-8428-5E2E-73F0-EE9FF040A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102A36-9F17-9B5A-D025-E95CF5B63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69D5-B2AD-4FF5-864F-DA8BB5CEBF71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6CF782-63CC-69E8-29FF-2DA6A443F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D6A3E8-2558-6FE3-3D4A-369C6DAA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042A4-BF42-4D4E-BA03-7A545B272D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6275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977DB5-E57B-A336-7B24-9FD2C4C5B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581" y="2665530"/>
            <a:ext cx="13040439" cy="4447496"/>
          </a:xfrm>
        </p:spPr>
        <p:txBody>
          <a:bodyPr anchor="b"/>
          <a:lstStyle>
            <a:lvl1pPr>
              <a:defRPr sz="744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693B50B-3F6D-B080-0B12-D94A869C0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1581" y="7155102"/>
            <a:ext cx="13040439" cy="2338833"/>
          </a:xfrm>
        </p:spPr>
        <p:txBody>
          <a:bodyPr/>
          <a:lstStyle>
            <a:lvl1pPr marL="0" indent="0">
              <a:buNone/>
              <a:defRPr sz="2976">
                <a:solidFill>
                  <a:schemeClr val="tx1">
                    <a:tint val="75000"/>
                  </a:schemeClr>
                </a:solidFill>
              </a:defRPr>
            </a:lvl1pPr>
            <a:lvl2pPr marL="566974" indent="0">
              <a:buNone/>
              <a:defRPr sz="2480">
                <a:solidFill>
                  <a:schemeClr val="tx1">
                    <a:tint val="75000"/>
                  </a:schemeClr>
                </a:solidFill>
              </a:defRPr>
            </a:lvl2pPr>
            <a:lvl3pPr marL="1133947" indent="0">
              <a:buNone/>
              <a:defRPr sz="2232">
                <a:solidFill>
                  <a:schemeClr val="tx1">
                    <a:tint val="75000"/>
                  </a:schemeClr>
                </a:solidFill>
              </a:defRPr>
            </a:lvl3pPr>
            <a:lvl4pPr marL="1700921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4pPr>
            <a:lvl5pPr marL="2267895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5pPr>
            <a:lvl6pPr marL="2834869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6pPr>
            <a:lvl7pPr marL="340184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7pPr>
            <a:lvl8pPr marL="3968816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8pPr>
            <a:lvl9pPr marL="4535790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0255D2-352F-BE61-145E-7E4520535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69D5-B2AD-4FF5-864F-DA8BB5CEBF71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D0A76D-AE18-1FA5-AE5D-36B7CD7EA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DC324D-0E58-9C9B-B439-4F5D57D08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042A4-BF42-4D4E-BA03-7A545B272D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3404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5F66A8-1832-089D-35A1-CD232925C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CFEBEB-856B-7EB2-FCB4-17890893BD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455" y="2846200"/>
            <a:ext cx="6425724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2EB40AB-D35B-D201-68F1-F3078C767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54171" y="2846200"/>
            <a:ext cx="6425724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8E8EE4F-35B1-BA23-4FF9-59F8B8AEE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69D5-B2AD-4FF5-864F-DA8BB5CEBF71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7F5163B-93F7-A426-5A5D-2040BFAC1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EB11CED-143A-1F3A-B289-92AF472DD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042A4-BF42-4D4E-BA03-7A545B272D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2213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D3B120-DE86-19A6-EFA6-07887C80C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569241"/>
            <a:ext cx="13040439" cy="2066590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E12B9B-9232-6C08-5F6F-54000833F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1425" y="2620980"/>
            <a:ext cx="6396193" cy="1284502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108D498-52D7-D2BD-D002-F9C5395A3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1425" y="3905482"/>
            <a:ext cx="6396193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6A29E94-22FB-92EA-9CBD-9BD75E3F7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54171" y="2620980"/>
            <a:ext cx="6427693" cy="1284502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E72904B-0C6D-7457-30F9-A57CB31993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654171" y="3905482"/>
            <a:ext cx="6427693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F3B7E4D-A35E-3CE3-1302-BEA147444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69D5-B2AD-4FF5-864F-DA8BB5CEBF71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4902C54-B994-77EE-FBF8-F04CD0F2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EB32456-2C00-042D-5DA7-B035DF594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042A4-BF42-4D4E-BA03-7A545B272D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358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E73434-F858-FD64-FA69-6CF5D1255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560CD52-01F2-B897-916F-B05669FFF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69D5-B2AD-4FF5-864F-DA8BB5CEBF71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F8A6972-3033-E4F5-C40B-91AB2F2F8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A01745-4D0F-0717-8C32-706B90220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042A4-BF42-4D4E-BA03-7A545B272D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6517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A67336B-DCB1-BE4B-F54D-97EC043B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69D5-B2AD-4FF5-864F-DA8BB5CEBF71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2C1E723-E462-E0EE-FFAF-DBA1A4629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247C42D-AA66-6D62-92C5-4EA220C6C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042A4-BF42-4D4E-BA03-7A545B272D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9099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AA1139-703E-A133-29A4-72E0B7530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3" cy="2494756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775774-B66C-D47D-F6CF-E4482E4A3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693" y="1539424"/>
            <a:ext cx="7654171" cy="7598117"/>
          </a:xfrm>
        </p:spPr>
        <p:txBody>
          <a:bodyPr/>
          <a:lstStyle>
            <a:lvl1pPr>
              <a:defRPr sz="3968"/>
            </a:lvl1pPr>
            <a:lvl2pPr>
              <a:defRPr sz="3472"/>
            </a:lvl2pPr>
            <a:lvl3pPr>
              <a:defRPr sz="2976"/>
            </a:lvl3pPr>
            <a:lvl4pPr>
              <a:defRPr sz="2480"/>
            </a:lvl4pPr>
            <a:lvl5pPr>
              <a:defRPr sz="2480"/>
            </a:lvl5pPr>
            <a:lvl6pPr>
              <a:defRPr sz="2480"/>
            </a:lvl6pPr>
            <a:lvl7pPr>
              <a:defRPr sz="2480"/>
            </a:lvl7pPr>
            <a:lvl8pPr>
              <a:defRPr sz="2480"/>
            </a:lvl8pPr>
            <a:lvl9pPr>
              <a:defRPr sz="248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3DC4A7-0639-7347-A888-A82B37915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3" cy="5942372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C89549-AB58-211D-B63C-8679F5AE1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69D5-B2AD-4FF5-864F-DA8BB5CEBF71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491D33C-1A26-56F7-14EB-EB54EC9DB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509964F-663D-B743-DE17-07F04DBB5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042A4-BF42-4D4E-BA03-7A545B272D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3352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CE0C87-FDC9-A1B5-9BCA-AE36CD5FE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3" cy="2494756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A9A5DCB-3B0D-1E44-28AA-32AA869D4D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27693" y="1539424"/>
            <a:ext cx="7654171" cy="7598117"/>
          </a:xfrm>
        </p:spPr>
        <p:txBody>
          <a:bodyPr/>
          <a:lstStyle>
            <a:lvl1pPr marL="0" indent="0">
              <a:buNone/>
              <a:defRPr sz="3968"/>
            </a:lvl1pPr>
            <a:lvl2pPr marL="566974" indent="0">
              <a:buNone/>
              <a:defRPr sz="3472"/>
            </a:lvl2pPr>
            <a:lvl3pPr marL="1133947" indent="0">
              <a:buNone/>
              <a:defRPr sz="2976"/>
            </a:lvl3pPr>
            <a:lvl4pPr marL="1700921" indent="0">
              <a:buNone/>
              <a:defRPr sz="2480"/>
            </a:lvl4pPr>
            <a:lvl5pPr marL="2267895" indent="0">
              <a:buNone/>
              <a:defRPr sz="2480"/>
            </a:lvl5pPr>
            <a:lvl6pPr marL="2834869" indent="0">
              <a:buNone/>
              <a:defRPr sz="2480"/>
            </a:lvl6pPr>
            <a:lvl7pPr marL="3401842" indent="0">
              <a:buNone/>
              <a:defRPr sz="2480"/>
            </a:lvl7pPr>
            <a:lvl8pPr marL="3968816" indent="0">
              <a:buNone/>
              <a:defRPr sz="2480"/>
            </a:lvl8pPr>
            <a:lvl9pPr marL="4535790" indent="0">
              <a:buNone/>
              <a:defRPr sz="248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3146ACD-45C7-3C18-CDED-CABEBFC81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3" cy="5942372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7135E44-F893-DB1A-52A0-63961DE44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69D5-B2AD-4FF5-864F-DA8BB5CEBF71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F201D21-674F-2146-636F-5D73D2AF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5ED7036-98C4-0BF3-58E7-8E203EEC9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042A4-BF42-4D4E-BA03-7A545B272D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1288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6F0096-9BEB-EF29-9DBE-A126075E0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DEE9E0A-0958-4EF3-46B4-AC17B0B13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760D7D1-53E1-305C-B95A-E7F7886E2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69D5-B2AD-4FF5-864F-DA8BB5CEBF71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403910-D387-F902-7CD4-122765B60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8D50EE-928E-19F0-9295-09C6CC926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042A4-BF42-4D4E-BA03-7A545B272D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7244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E1E8CEC-5C87-117D-3C47-F0E2176E51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819785" y="569240"/>
            <a:ext cx="3260110" cy="9060817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4477F23-106B-6DFD-B97E-707BEB2BA0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39455" y="569240"/>
            <a:ext cx="9591338" cy="9060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21492A-59D2-17EC-7F72-79130F2B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69D5-B2AD-4FF5-864F-DA8BB5CEBF71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73175C-4150-03A1-223F-9284A7361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4B0CAA-5AD0-7739-1D95-4C4EBC4E5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042A4-BF42-4D4E-BA03-7A545B272D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1129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B701DFF-A79A-3698-2488-EED55DFB9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456" y="569241"/>
            <a:ext cx="1304043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020660F-A708-6011-2350-0D0C710EC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456" y="2846200"/>
            <a:ext cx="1304043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EF2AF6-E505-3B12-C3B6-523BD9E1B8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9455" y="9909727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A69D5-B2AD-4FF5-864F-DA8BB5CEBF71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A6B523-FD94-B235-D875-B6877590C9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08285" y="9909727"/>
            <a:ext cx="510278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4F8380-D5EE-9643-7AD2-BB067C23C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78041" y="9909727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042A4-BF42-4D4E-BA03-7A545B272D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2376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1133947" rtl="0" eaLnBrk="1" latinLnBrk="0" hangingPunct="1">
        <a:lnSpc>
          <a:spcPct val="90000"/>
        </a:lnSpc>
        <a:spcBef>
          <a:spcPct val="0"/>
        </a:spcBef>
        <a:buNone/>
        <a:defRPr sz="54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87" indent="-283487" algn="l" defTabSz="1133947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3472" kern="1200">
          <a:solidFill>
            <a:schemeClr val="tx1"/>
          </a:solidFill>
          <a:latin typeface="+mn-lt"/>
          <a:ea typeface="+mn-ea"/>
          <a:cs typeface="+mn-cs"/>
        </a:defRPr>
      </a:lvl1pPr>
      <a:lvl2pPr marL="850461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417434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3pPr>
      <a:lvl4pPr marL="1984408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551382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3118355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685329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4252303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819277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1pPr>
      <a:lvl2pPr marL="566974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2pPr>
      <a:lvl3pPr marL="1133947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3pPr>
      <a:lvl4pPr marL="1700921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267895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2834869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401842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3968816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53579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42D048B-5801-C98E-F9E4-E0C9727E7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90" b="13295"/>
          <a:stretch/>
        </p:blipFill>
        <p:spPr>
          <a:xfrm>
            <a:off x="-41275" y="1"/>
            <a:ext cx="15119350" cy="1069035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891BEF2-0063-1964-4D73-1DCCC3982A5C}"/>
              </a:ext>
            </a:extLst>
          </p:cNvPr>
          <p:cNvSpPr/>
          <p:nvPr/>
        </p:nvSpPr>
        <p:spPr>
          <a:xfrm>
            <a:off x="-41276" y="-1457"/>
            <a:ext cx="15160625" cy="10691813"/>
          </a:xfrm>
          <a:prstGeom prst="rect">
            <a:avLst/>
          </a:prstGeom>
          <a:solidFill>
            <a:schemeClr val="bg1">
              <a:alpha val="5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775A9A-ACF0-D5B4-7B84-76DC4CF76C5D}"/>
              </a:ext>
            </a:extLst>
          </p:cNvPr>
          <p:cNvSpPr/>
          <p:nvPr/>
        </p:nvSpPr>
        <p:spPr>
          <a:xfrm>
            <a:off x="4876800" y="2213084"/>
            <a:ext cx="5283199" cy="550597"/>
          </a:xfrm>
          <a:prstGeom prst="rect">
            <a:avLst/>
          </a:prstGeom>
          <a:solidFill>
            <a:srgbClr val="CB2129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EB866A-0B89-FD7E-141A-F73EE9C5DC3F}"/>
              </a:ext>
            </a:extLst>
          </p:cNvPr>
          <p:cNvSpPr/>
          <p:nvPr/>
        </p:nvSpPr>
        <p:spPr>
          <a:xfrm>
            <a:off x="4847771" y="1"/>
            <a:ext cx="5423806" cy="1562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6E437B-AA6D-BEA6-37CE-A2F695139268}"/>
              </a:ext>
            </a:extLst>
          </p:cNvPr>
          <p:cNvSpPr/>
          <p:nvPr/>
        </p:nvSpPr>
        <p:spPr>
          <a:xfrm>
            <a:off x="10271577" y="-1457"/>
            <a:ext cx="4847771" cy="154826"/>
          </a:xfrm>
          <a:prstGeom prst="rect">
            <a:avLst/>
          </a:prstGeom>
          <a:solidFill>
            <a:srgbClr val="129648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1C8A506-AF01-D30D-D31E-72A2A2691B6D}"/>
              </a:ext>
            </a:extLst>
          </p:cNvPr>
          <p:cNvSpPr txBox="1"/>
          <p:nvPr/>
        </p:nvSpPr>
        <p:spPr>
          <a:xfrm>
            <a:off x="1552135" y="1666194"/>
            <a:ext cx="11988800" cy="1102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00000"/>
              </a:buClr>
              <a:buSzPts val="2600"/>
              <a:buFont typeface="Arial"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Display" panose="020B0004020202020204" pitchFamily="34" charset="0"/>
                <a:cs typeface="Arial"/>
                <a:sym typeface="Book Antiqua"/>
              </a:rPr>
              <a:t>PROJETS A INSTRUIRE DANS LE CADRE</a:t>
            </a:r>
            <a:endParaRPr kumimoji="0" lang="fr-FR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 Display" panose="020B0004020202020204" pitchFamily="34" charset="0"/>
              <a:cs typeface="Arial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00000"/>
              </a:buClr>
              <a:buSzPts val="2600"/>
              <a:buFont typeface="Arial"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 Display" panose="020B0004020202020204" pitchFamily="34" charset="0"/>
                <a:cs typeface="Arial"/>
                <a:sym typeface="Book Antiqua"/>
              </a:rPr>
              <a:t>DE LA CRUI DU </a:t>
            </a:r>
            <a:r>
              <a:rPr lang="fr-FR" sz="3200" b="1" kern="1200" dirty="0">
                <a:solidFill>
                  <a:schemeClr val="bg1"/>
                </a:solidFill>
                <a:latin typeface="Aptos Display" panose="020B0004020202020204" pitchFamily="34" charset="0"/>
                <a:sym typeface="Book Antiqua"/>
              </a:rPr>
              <a:t>/2026</a:t>
            </a:r>
            <a:endParaRPr kumimoji="0" lang="fr-FR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 Display" panose="020B0004020202020204" pitchFamily="34" charset="0"/>
              <a:cs typeface="Arial"/>
              <a:sym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A3316B-ED64-C164-7ED2-EED1B71B37C5}"/>
              </a:ext>
            </a:extLst>
          </p:cNvPr>
          <p:cNvSpPr/>
          <p:nvPr/>
        </p:nvSpPr>
        <p:spPr>
          <a:xfrm>
            <a:off x="0" y="0"/>
            <a:ext cx="4847771" cy="154826"/>
          </a:xfrm>
          <a:prstGeom prst="rect">
            <a:avLst/>
          </a:prstGeom>
          <a:solidFill>
            <a:srgbClr val="CB2129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19125D23-A322-EBE2-CE7C-A6873FA4EE2C}"/>
              </a:ext>
            </a:extLst>
          </p:cNvPr>
          <p:cNvGraphicFramePr>
            <a:graphicFrameLocks noGrp="1"/>
          </p:cNvGraphicFramePr>
          <p:nvPr/>
        </p:nvGraphicFramePr>
        <p:xfrm>
          <a:off x="1026716" y="2978697"/>
          <a:ext cx="13346686" cy="62023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561">
                  <a:extLst>
                    <a:ext uri="{9D8B030D-6E8A-4147-A177-3AD203B41FA5}">
                      <a16:colId xmlns:a16="http://schemas.microsoft.com/office/drawing/2014/main" val="2539354867"/>
                    </a:ext>
                  </a:extLst>
                </a:gridCol>
                <a:gridCol w="2266563">
                  <a:extLst>
                    <a:ext uri="{9D8B030D-6E8A-4147-A177-3AD203B41FA5}">
                      <a16:colId xmlns:a16="http://schemas.microsoft.com/office/drawing/2014/main" val="2456101400"/>
                    </a:ext>
                  </a:extLst>
                </a:gridCol>
                <a:gridCol w="8409562">
                  <a:extLst>
                    <a:ext uri="{9D8B030D-6E8A-4147-A177-3AD203B41FA5}">
                      <a16:colId xmlns:a16="http://schemas.microsoft.com/office/drawing/2014/main" val="2358176285"/>
                    </a:ext>
                  </a:extLst>
                </a:gridCol>
              </a:tblGrid>
              <a:tr h="447829">
                <a:tc>
                  <a:txBody>
                    <a:bodyPr/>
                    <a:lstStyle/>
                    <a:p>
                      <a:pPr marL="0" marR="0" lvl="0" indent="0" algn="ctr" defTabSz="14255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Book Antiqua"/>
                        </a:rPr>
                        <a:t>Préfecture/Province</a:t>
                      </a:r>
                      <a:endParaRPr lang="fr-FR" sz="1800" b="1" i="0" u="none" strike="noStrike" cap="none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42000">
                          <a:srgbClr val="129648"/>
                        </a:gs>
                        <a:gs pos="100000">
                          <a:srgbClr val="92D050"/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5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Book Antiqua"/>
                        </a:rPr>
                        <a:t>Nombre de dossiers</a:t>
                      </a:r>
                      <a:endParaRPr lang="fr-FR" sz="1800" b="1" i="0" u="none" strike="noStrike" cap="none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31000">
                          <a:srgbClr val="129648"/>
                        </a:gs>
                        <a:gs pos="100000">
                          <a:srgbClr val="92D050"/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5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Book Antiqua"/>
                        </a:rPr>
                        <a:t>Nature des actes</a:t>
                      </a:r>
                      <a:endParaRPr lang="fr-FR" sz="1800" b="1" i="0" u="none" strike="noStrike" cap="none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21000">
                          <a:srgbClr val="129648"/>
                        </a:gs>
                        <a:gs pos="100000">
                          <a:srgbClr val="92D050"/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634453627"/>
                  </a:ext>
                </a:extLst>
              </a:tr>
              <a:tr h="396000">
                <a:tc rowSpan="2"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tx1"/>
                          </a:solidFill>
                        </a:rPr>
                        <a:t>Fès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dirty="0"/>
                        <a:t>Permis de construire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383819"/>
                  </a:ext>
                </a:extLst>
              </a:tr>
              <a:tr h="396000">
                <a:tc vMerge="1">
                  <a:txBody>
                    <a:bodyPr/>
                    <a:lstStyle/>
                    <a:p>
                      <a:pPr algn="ctr"/>
                      <a:endParaRPr lang="fr-FR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dirty="0"/>
                        <a:t>Convention d’investissement avec l’État – Dispositif TPME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705737"/>
                  </a:ext>
                </a:extLst>
              </a:tr>
              <a:tr h="396000">
                <a:tc rowSpan="2">
                  <a:txBody>
                    <a:bodyPr/>
                    <a:lstStyle/>
                    <a:p>
                      <a:pPr marL="0" marR="0" lvl="0" indent="0" algn="ctr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Moulay Yacoub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dirty="0"/>
                        <a:t>Etude d’impact sur l’environnement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963315"/>
                  </a:ext>
                </a:extLst>
              </a:tr>
              <a:tr h="396000">
                <a:tc vMerge="1">
                  <a:txBody>
                    <a:bodyPr/>
                    <a:lstStyle/>
                    <a:p>
                      <a:pPr marL="0" marR="0" lvl="0" indent="0" algn="ctr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dirty="0"/>
                        <a:t>Permis de construire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135104"/>
                  </a:ext>
                </a:extLst>
              </a:tr>
              <a:tr h="396000">
                <a:tc rowSpan="2">
                  <a:txBody>
                    <a:bodyPr/>
                    <a:lstStyle/>
                    <a:p>
                      <a:pPr marL="0" marR="0" lvl="0" indent="0" algn="ctr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Séfrou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Attribution de lots dans les zones dédiées à l’activité économique (zone industrielle, zone d’activités économiques)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848424"/>
                  </a:ext>
                </a:extLst>
              </a:tr>
              <a:tr h="396000">
                <a:tc vMerge="1">
                  <a:txBody>
                    <a:bodyPr/>
                    <a:lstStyle/>
                    <a:p>
                      <a:pPr marL="0" marR="0" lvl="0" indent="0" algn="ctr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Permis de construire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37287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Boulemane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Etude d’impact sur l’environnement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561987"/>
                  </a:ext>
                </a:extLst>
              </a:tr>
              <a:tr h="396000">
                <a:tc rowSpan="2">
                  <a:txBody>
                    <a:bodyPr/>
                    <a:lstStyle/>
                    <a:p>
                      <a:pPr marL="0" marR="0" lvl="0" indent="0" algn="ctr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Taza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Etude d’impact sur l’environnement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086046"/>
                  </a:ext>
                </a:extLst>
              </a:tr>
              <a:tr h="396000">
                <a:tc vMerge="1">
                  <a:txBody>
                    <a:bodyPr/>
                    <a:lstStyle/>
                    <a:p>
                      <a:pPr marL="0" marR="0" lvl="0" indent="0" algn="ctr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autorisation d'occupation temporaire du domaine forestier et fixation de la redevance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171332"/>
                  </a:ext>
                </a:extLst>
              </a:tr>
              <a:tr h="540680">
                <a:tc>
                  <a:txBody>
                    <a:bodyPr/>
                    <a:lstStyle/>
                    <a:p>
                      <a:pPr marL="0" marR="0" lvl="0" indent="0" algn="ctr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Ifrane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Permis de construire (hors zone d'accélération industrielle)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56362"/>
                  </a:ext>
                </a:extLst>
              </a:tr>
              <a:tr h="396000">
                <a:tc rowSpan="2">
                  <a:txBody>
                    <a:bodyPr/>
                    <a:lstStyle/>
                    <a:p>
                      <a:pPr marL="0" marR="0" lvl="0" indent="0" algn="ctr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Meknès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Attribution de lots dans les zones dédiées à l’activité économique (zone industrielle, zone d’activités économiques)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082020"/>
                  </a:ext>
                </a:extLst>
              </a:tr>
              <a:tr h="525701">
                <a:tc vMerge="1">
                  <a:txBody>
                    <a:bodyPr/>
                    <a:lstStyle/>
                    <a:p>
                      <a:pPr marL="0" marR="0" lvl="0" indent="0" algn="ctr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fr-FR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dirty="0"/>
                        <a:t>Permis de construire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455517"/>
                  </a:ext>
                </a:extLst>
              </a:tr>
              <a:tr h="361869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779833"/>
                  </a:ext>
                </a:extLst>
              </a:tr>
            </a:tbl>
          </a:graphicData>
        </a:graphic>
      </p:graphicFrame>
      <p:sp>
        <p:nvSpPr>
          <p:cNvPr id="12" name="Hexagone 11">
            <a:extLst>
              <a:ext uri="{FF2B5EF4-FFF2-40B4-BE49-F238E27FC236}">
                <a16:creationId xmlns:a16="http://schemas.microsoft.com/office/drawing/2014/main" id="{9CF9D033-45F2-C13B-6FD1-242E56DCA2BF}"/>
              </a:ext>
            </a:extLst>
          </p:cNvPr>
          <p:cNvSpPr/>
          <p:nvPr/>
        </p:nvSpPr>
        <p:spPr>
          <a:xfrm>
            <a:off x="12576292" y="333701"/>
            <a:ext cx="2354942" cy="2109642"/>
          </a:xfrm>
          <a:prstGeom prst="hexagon">
            <a:avLst/>
          </a:prstGeom>
          <a:solidFill>
            <a:schemeClr val="bg1">
              <a:lumMod val="95000"/>
              <a:alpha val="57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Hexagone 12">
            <a:extLst>
              <a:ext uri="{FF2B5EF4-FFF2-40B4-BE49-F238E27FC236}">
                <a16:creationId xmlns:a16="http://schemas.microsoft.com/office/drawing/2014/main" id="{E9A0C756-5448-99D3-9778-3542564DBE29}"/>
              </a:ext>
            </a:extLst>
          </p:cNvPr>
          <p:cNvSpPr/>
          <p:nvPr/>
        </p:nvSpPr>
        <p:spPr>
          <a:xfrm>
            <a:off x="11357688" y="1206611"/>
            <a:ext cx="1304471" cy="1168592"/>
          </a:xfrm>
          <a:prstGeom prst="hexagon">
            <a:avLst/>
          </a:prstGeom>
          <a:solidFill>
            <a:schemeClr val="bg1">
              <a:lumMod val="95000"/>
              <a:alpha val="57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C344DE22-C98F-3323-53B9-8D7847588A81}"/>
              </a:ext>
            </a:extLst>
          </p:cNvPr>
          <p:cNvGrpSpPr/>
          <p:nvPr/>
        </p:nvGrpSpPr>
        <p:grpSpPr>
          <a:xfrm flipH="1">
            <a:off x="239898" y="159900"/>
            <a:ext cx="3659413" cy="2283443"/>
            <a:chOff x="229508" y="738759"/>
            <a:chExt cx="3659413" cy="2283443"/>
          </a:xfrm>
          <a:solidFill>
            <a:schemeClr val="bg1">
              <a:lumMod val="85000"/>
              <a:alpha val="20000"/>
            </a:schemeClr>
          </a:solidFill>
        </p:grpSpPr>
        <p:sp>
          <p:nvSpPr>
            <p:cNvPr id="15" name="Hexagone 14">
              <a:extLst>
                <a:ext uri="{FF2B5EF4-FFF2-40B4-BE49-F238E27FC236}">
                  <a16:creationId xmlns:a16="http://schemas.microsoft.com/office/drawing/2014/main" id="{4143649E-8F59-CCFB-64A3-6B4D3D05C00C}"/>
                </a:ext>
              </a:extLst>
            </p:cNvPr>
            <p:cNvSpPr/>
            <p:nvPr/>
          </p:nvSpPr>
          <p:spPr>
            <a:xfrm>
              <a:off x="1533979" y="738759"/>
              <a:ext cx="2354942" cy="2109642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" name="Hexagone 15">
              <a:extLst>
                <a:ext uri="{FF2B5EF4-FFF2-40B4-BE49-F238E27FC236}">
                  <a16:creationId xmlns:a16="http://schemas.microsoft.com/office/drawing/2014/main" id="{25283245-31DD-0FD3-79D0-6137F3443AFD}"/>
                </a:ext>
              </a:extLst>
            </p:cNvPr>
            <p:cNvSpPr/>
            <p:nvPr/>
          </p:nvSpPr>
          <p:spPr>
            <a:xfrm>
              <a:off x="229508" y="1853610"/>
              <a:ext cx="1304471" cy="1168592"/>
            </a:xfrm>
            <a:prstGeom prst="hexagon">
              <a:avLst/>
            </a:prstGeom>
            <a:grpFill/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7AAC6424-1DA7-AEEA-0F6B-30FA75057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086" y="246035"/>
            <a:ext cx="2400960" cy="116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830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D3844-F876-6B89-5F5A-883BC2F5B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ADC5FC76-334B-2DFC-3254-E53EAE2F180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119350" cy="106918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DCF04D-C408-C950-D695-51D37CBA3CA3}"/>
              </a:ext>
            </a:extLst>
          </p:cNvPr>
          <p:cNvSpPr/>
          <p:nvPr/>
        </p:nvSpPr>
        <p:spPr>
          <a:xfrm>
            <a:off x="-3" y="-1457"/>
            <a:ext cx="15119353" cy="10712604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D5AADC-42E0-F4DF-AF85-AF3015868F48}"/>
              </a:ext>
            </a:extLst>
          </p:cNvPr>
          <p:cNvSpPr/>
          <p:nvPr/>
        </p:nvSpPr>
        <p:spPr>
          <a:xfrm>
            <a:off x="4847771" y="1"/>
            <a:ext cx="5423806" cy="1562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D3C4EA-AE9A-CEB9-51D3-8D506E2F0DD2}"/>
              </a:ext>
            </a:extLst>
          </p:cNvPr>
          <p:cNvSpPr/>
          <p:nvPr/>
        </p:nvSpPr>
        <p:spPr>
          <a:xfrm>
            <a:off x="10271577" y="-1457"/>
            <a:ext cx="4847771" cy="154826"/>
          </a:xfrm>
          <a:prstGeom prst="rect">
            <a:avLst/>
          </a:prstGeom>
          <a:solidFill>
            <a:srgbClr val="129648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47716B2-8E74-792B-0EF7-B7FE62A9AAFB}"/>
              </a:ext>
            </a:extLst>
          </p:cNvPr>
          <p:cNvSpPr txBox="1"/>
          <p:nvPr/>
        </p:nvSpPr>
        <p:spPr>
          <a:xfrm>
            <a:off x="3040278" y="253314"/>
            <a:ext cx="12021289" cy="505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buClr>
                <a:srgbClr val="000000"/>
              </a:buClr>
              <a:defRPr/>
            </a:pPr>
            <a:r>
              <a:rPr lang="fr-FR" sz="2600" b="1" kern="0" dirty="0">
                <a:cs typeface="Times New Roman" panose="02020603050405020304" pitchFamily="18" charset="0"/>
              </a:rPr>
              <a:t>) Intitulé du projet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FAADFD-CCE5-CA42-CD5E-08DB321D4390}"/>
              </a:ext>
            </a:extLst>
          </p:cNvPr>
          <p:cNvSpPr/>
          <p:nvPr/>
        </p:nvSpPr>
        <p:spPr>
          <a:xfrm>
            <a:off x="0" y="0"/>
            <a:ext cx="4847771" cy="154826"/>
          </a:xfrm>
          <a:prstGeom prst="rect">
            <a:avLst/>
          </a:prstGeom>
          <a:solidFill>
            <a:srgbClr val="CB2129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Flèche : chevron 2">
            <a:extLst>
              <a:ext uri="{FF2B5EF4-FFF2-40B4-BE49-F238E27FC236}">
                <a16:creationId xmlns:a16="http://schemas.microsoft.com/office/drawing/2014/main" id="{E29150E5-AF07-8FB4-B13A-7F5333C80DA2}"/>
              </a:ext>
            </a:extLst>
          </p:cNvPr>
          <p:cNvSpPr/>
          <p:nvPr/>
        </p:nvSpPr>
        <p:spPr>
          <a:xfrm>
            <a:off x="3040278" y="1318581"/>
            <a:ext cx="194778" cy="194778"/>
          </a:xfrm>
          <a:prstGeom prst="chevron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graphicFrame>
        <p:nvGraphicFramePr>
          <p:cNvPr id="7" name="Google Shape;174;p21">
            <a:extLst>
              <a:ext uri="{FF2B5EF4-FFF2-40B4-BE49-F238E27FC236}">
                <a16:creationId xmlns:a16="http://schemas.microsoft.com/office/drawing/2014/main" id="{89C12B98-6CF4-D83E-E3B0-9DF6D37B7D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2249777"/>
              </p:ext>
            </p:extLst>
          </p:nvPr>
        </p:nvGraphicFramePr>
        <p:xfrm>
          <a:off x="298188" y="1751953"/>
          <a:ext cx="8484769" cy="358821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98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8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6036">
                  <a:extLst>
                    <a:ext uri="{9D8B030D-6E8A-4147-A177-3AD203B41FA5}">
                      <a16:colId xmlns:a16="http://schemas.microsoft.com/office/drawing/2014/main" val="1939348447"/>
                    </a:ext>
                  </a:extLst>
                </a:gridCol>
                <a:gridCol w="1992192">
                  <a:extLst>
                    <a:ext uri="{9D8B030D-6E8A-4147-A177-3AD203B41FA5}">
                      <a16:colId xmlns:a16="http://schemas.microsoft.com/office/drawing/2014/main" val="3178063651"/>
                    </a:ext>
                  </a:extLst>
                </a:gridCol>
              </a:tblGrid>
              <a:tr h="37795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fr-FR" sz="1200" b="1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Province / Commune</a:t>
                      </a:r>
                      <a:endParaRPr sz="1200" b="1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68575" marR="6857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33947" rtl="0" eaLnBrk="1" fontAlgn="auto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b="0" i="0" kern="1200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98">
                <a:tc row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fr-FR" sz="12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Foncier</a:t>
                      </a:r>
                      <a:endParaRPr sz="1200" b="1" u="none" strike="noStrike" cap="none" dirty="0"/>
                    </a:p>
                  </a:txBody>
                  <a:tcPr marL="68575" marR="6857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33947" rtl="0" eaLnBrk="1" fontAlgn="auto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357"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endParaRPr sz="1200" b="1" u="none" strike="noStrike" cap="none" dirty="0"/>
                    </a:p>
                  </a:txBody>
                  <a:tcPr marL="68575" marR="6857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33947" rtl="0" eaLnBrk="1" fontAlgn="auto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b="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7875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endParaRPr sz="1200" b="1" u="none" strike="noStrike" cap="none" dirty="0"/>
                    </a:p>
                  </a:txBody>
                  <a:tcPr marL="68575" marR="6857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200"/>
                        </a:spcBef>
                      </a:pPr>
                      <a:endParaRPr lang="fr-FR" sz="1200" b="0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Bef>
                          <a:spcPts val="200"/>
                        </a:spcBef>
                      </a:pPr>
                      <a:endParaRPr lang="fr-FR" sz="1200" b="0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881209"/>
                  </a:ext>
                </a:extLst>
              </a:tr>
              <a:tr h="3360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fr-FR" sz="12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Pétitionnaire </a:t>
                      </a:r>
                      <a:endParaRPr sz="1200" b="1" u="none" strike="noStrike" cap="none" dirty="0"/>
                    </a:p>
                  </a:txBody>
                  <a:tcPr marL="68575" marR="6857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endParaRPr lang="fr-FR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0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fr-FR" sz="12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Dispositions urbanistiques</a:t>
                      </a:r>
                      <a:endParaRPr sz="1200" b="1" u="none" strike="noStrike" cap="none" dirty="0"/>
                    </a:p>
                  </a:txBody>
                  <a:tcPr marL="68575" marR="6857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endParaRPr lang="fr-FR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497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fr-FR" sz="1200" b="1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Consistance du projet</a:t>
                      </a:r>
                      <a:endParaRPr sz="1200" b="1" u="none" strike="noStrike" cap="none" dirty="0"/>
                    </a:p>
                  </a:txBody>
                  <a:tcPr marL="68575" marR="6857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endParaRPr lang="fr-F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>
                        <a:buFontTx/>
                        <a:buNone/>
                      </a:pPr>
                      <a:endParaRPr lang="fr-F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>
                        <a:buFontTx/>
                        <a:buNone/>
                      </a:pPr>
                      <a:endParaRPr lang="fr-F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5060">
                <a:tc>
                  <a:txBody>
                    <a:bodyPr/>
                    <a:lstStyle/>
                    <a:p>
                      <a:pPr marL="0" marR="0" lvl="0" indent="0" algn="l" defTabSz="1133947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  <a:tabLst/>
                        <a:defRPr/>
                      </a:pPr>
                      <a:r>
                        <a:rPr lang="fr-FR" sz="1200" b="1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Montant d’investissement (MDH)</a:t>
                      </a:r>
                      <a:endParaRPr lang="fr-FR" sz="1200" b="1" u="none" strike="noStrike" cap="none" dirty="0"/>
                    </a:p>
                  </a:txBody>
                  <a:tcPr marL="68575" marR="6857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200"/>
                        </a:spcBef>
                      </a:pPr>
                      <a:endParaRPr lang="fr-F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33947" rtl="0" eaLnBrk="1" fontAlgn="auto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u="none" strike="noStrike" cap="none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Nombre d’emplois prévus </a:t>
                      </a:r>
                      <a:endParaRPr lang="fr-FR" sz="1200" b="1" u="none" strike="noStrike" cap="none" dirty="0"/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200"/>
                        </a:spcBef>
                      </a:pPr>
                      <a:endParaRPr lang="fr-F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FDEC37E4-1F96-EC60-A886-DEB2C013DF01}"/>
              </a:ext>
            </a:extLst>
          </p:cNvPr>
          <p:cNvCxnSpPr>
            <a:cxnSpLocks/>
          </p:cNvCxnSpPr>
          <p:nvPr/>
        </p:nvCxnSpPr>
        <p:spPr>
          <a:xfrm flipV="1">
            <a:off x="2702201" y="334631"/>
            <a:ext cx="0" cy="965047"/>
          </a:xfrm>
          <a:prstGeom prst="line">
            <a:avLst/>
          </a:prstGeom>
          <a:ln w="28575">
            <a:solidFill>
              <a:schemeClr val="dk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036A9877-2FDB-0C53-CF8B-75DFE01626ED}"/>
              </a:ext>
            </a:extLst>
          </p:cNvPr>
          <p:cNvSpPr/>
          <p:nvPr/>
        </p:nvSpPr>
        <p:spPr>
          <a:xfrm>
            <a:off x="-3" y="10565066"/>
            <a:ext cx="15119353" cy="146081"/>
          </a:xfrm>
          <a:prstGeom prst="rect">
            <a:avLst/>
          </a:prstGeom>
          <a:solidFill>
            <a:srgbClr val="129648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1510988-4C2B-C7E2-730B-1E64DA208D47}"/>
              </a:ext>
            </a:extLst>
          </p:cNvPr>
          <p:cNvSpPr txBox="1"/>
          <p:nvPr/>
        </p:nvSpPr>
        <p:spPr>
          <a:xfrm>
            <a:off x="3251758" y="1077396"/>
            <a:ext cx="3457833" cy="505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  <a:buClr>
                <a:srgbClr val="000000"/>
              </a:buClr>
              <a:buSzPts val="2600"/>
              <a:defRPr/>
            </a:pPr>
            <a:r>
              <a:rPr lang="fr-FR" sz="2600" b="1" kern="0" dirty="0" err="1">
                <a:cs typeface="Times New Roman" panose="02020603050405020304" pitchFamily="18" charset="0"/>
              </a:rPr>
              <a:t>Numero</a:t>
            </a:r>
            <a:r>
              <a:rPr lang="fr-FR" sz="2600" b="1" kern="0" dirty="0">
                <a:cs typeface="Times New Roman" panose="02020603050405020304" pitchFamily="18" charset="0"/>
              </a:rPr>
              <a:t> du dossier</a:t>
            </a:r>
            <a:endParaRPr lang="fr-FR" sz="2600" b="1" kern="0" dirty="0"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07A5DCF-1116-601C-CF3D-6CC129DA08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248" y="327391"/>
            <a:ext cx="1806549" cy="877676"/>
          </a:xfrm>
          <a:prstGeom prst="rect">
            <a:avLst/>
          </a:prstGeom>
        </p:spPr>
      </p:pic>
      <p:graphicFrame>
        <p:nvGraphicFramePr>
          <p:cNvPr id="16" name="Tableau 15">
            <a:extLst>
              <a:ext uri="{FF2B5EF4-FFF2-40B4-BE49-F238E27FC236}">
                <a16:creationId xmlns:a16="http://schemas.microsoft.com/office/drawing/2014/main" id="{1DAA77DF-7EA5-953F-4F0F-AD31F1E17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068907"/>
              </p:ext>
            </p:extLst>
          </p:nvPr>
        </p:nvGraphicFramePr>
        <p:xfrm>
          <a:off x="298188" y="5612642"/>
          <a:ext cx="8484768" cy="8065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98517">
                  <a:extLst>
                    <a:ext uri="{9D8B030D-6E8A-4147-A177-3AD203B41FA5}">
                      <a16:colId xmlns:a16="http://schemas.microsoft.com/office/drawing/2014/main" val="4001124221"/>
                    </a:ext>
                  </a:extLst>
                </a:gridCol>
                <a:gridCol w="6086251">
                  <a:extLst>
                    <a:ext uri="{9D8B030D-6E8A-4147-A177-3AD203B41FA5}">
                      <a16:colId xmlns:a16="http://schemas.microsoft.com/office/drawing/2014/main" val="3839505870"/>
                    </a:ext>
                  </a:extLst>
                </a:gridCol>
              </a:tblGrid>
              <a:tr h="30149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fr-FR" sz="1200" b="1" i="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Calibri"/>
                        </a:rPr>
                        <a:t>Type d’acte demandé</a:t>
                      </a:r>
                      <a:endParaRPr sz="1200" b="1" i="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8575" marR="6857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lvl="0" rtl="0" fontAlgn="base">
                        <a:lnSpc>
                          <a:spcPct val="200000"/>
                        </a:lnSpc>
                      </a:pPr>
                      <a:endParaRPr lang="fr-FR" sz="1100" b="0" i="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072414"/>
                  </a:ext>
                </a:extLst>
              </a:tr>
              <a:tr h="5050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/>
                          <a:cs typeface="Arial" panose="020B0604020202020204" pitchFamily="34" charset="0"/>
                          <a:sym typeface="Calibri"/>
                        </a:rPr>
                        <a:t>Historique du projet</a:t>
                      </a:r>
                      <a:endParaRPr sz="1200" b="1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75" marR="6857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rtl="0" fontAlgn="base">
                        <a:lnSpc>
                          <a:spcPct val="100000"/>
                        </a:lnSpc>
                      </a:pPr>
                      <a:endParaRPr lang="fr-FR" sz="1100" b="0" i="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835985"/>
                  </a:ext>
                </a:extLst>
              </a:tr>
            </a:tbl>
          </a:graphicData>
        </a:graphic>
      </p:graphicFrame>
      <p:graphicFrame>
        <p:nvGraphicFramePr>
          <p:cNvPr id="21" name="Tableau 20">
            <a:extLst>
              <a:ext uri="{FF2B5EF4-FFF2-40B4-BE49-F238E27FC236}">
                <a16:creationId xmlns:a16="http://schemas.microsoft.com/office/drawing/2014/main" id="{DD2C9497-C183-405E-0045-8F042D16A9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129141"/>
              </p:ext>
            </p:extLst>
          </p:nvPr>
        </p:nvGraphicFramePr>
        <p:xfrm>
          <a:off x="298188" y="6767677"/>
          <a:ext cx="8484768" cy="3589505"/>
        </p:xfrm>
        <a:graphic>
          <a:graphicData uri="http://schemas.openxmlformats.org/drawingml/2006/table">
            <a:tbl>
              <a:tblPr/>
              <a:tblGrid>
                <a:gridCol w="8484768">
                  <a:extLst>
                    <a:ext uri="{9D8B030D-6E8A-4147-A177-3AD203B41FA5}">
                      <a16:colId xmlns:a16="http://schemas.microsoft.com/office/drawing/2014/main" val="3219404072"/>
                    </a:ext>
                  </a:extLst>
                </a:gridCol>
              </a:tblGrid>
              <a:tr h="462498">
                <a:tc>
                  <a:txBody>
                    <a:bodyPr/>
                    <a:lstStyle/>
                    <a:p>
                      <a:r>
                        <a:rPr lang="fr-FR" sz="1800" b="1" dirty="0">
                          <a:solidFill>
                            <a:schemeClr val="bg1"/>
                          </a:solidFill>
                        </a:rPr>
                        <a:t>Pré-instruction du CRI :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689543"/>
                  </a:ext>
                </a:extLst>
              </a:tr>
              <a:tr h="2650033">
                <a:tc>
                  <a:txBody>
                    <a:bodyPr/>
                    <a:lstStyle/>
                    <a:p>
                      <a:endParaRPr lang="fr-FR" sz="1200" dirty="0"/>
                    </a:p>
                    <a:p>
                      <a:endParaRPr lang="fr-FR" sz="1200" dirty="0"/>
                    </a:p>
                    <a:p>
                      <a:endParaRPr lang="fr-FR" sz="1200" dirty="0"/>
                    </a:p>
                    <a:p>
                      <a:endParaRPr lang="fr-FR" sz="1200" dirty="0"/>
                    </a:p>
                    <a:p>
                      <a:endParaRPr lang="fr-FR" sz="1200" dirty="0"/>
                    </a:p>
                    <a:p>
                      <a:endParaRPr lang="fr-FR" sz="1200" dirty="0"/>
                    </a:p>
                    <a:p>
                      <a:endParaRPr lang="fr-FR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533597"/>
                  </a:ext>
                </a:extLst>
              </a:tr>
              <a:tr h="476974">
                <a:tc>
                  <a:txBody>
                    <a:bodyPr/>
                    <a:lstStyle/>
                    <a:p>
                      <a:r>
                        <a:rPr lang="fr-FR" sz="1800" b="1" dirty="0">
                          <a:solidFill>
                            <a:schemeClr val="bg1"/>
                          </a:solidFill>
                        </a:rPr>
                        <a:t>Proposition de décision: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355921"/>
                  </a:ext>
                </a:extLst>
              </a:tr>
            </a:tbl>
          </a:graphicData>
        </a:graphic>
      </p:graphicFrame>
      <p:graphicFrame>
        <p:nvGraphicFramePr>
          <p:cNvPr id="25" name="Tableau 24">
            <a:extLst>
              <a:ext uri="{FF2B5EF4-FFF2-40B4-BE49-F238E27FC236}">
                <a16:creationId xmlns:a16="http://schemas.microsoft.com/office/drawing/2014/main" id="{305CCF25-95F6-B917-1786-F1A3D004D1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27823"/>
              </p:ext>
            </p:extLst>
          </p:nvPr>
        </p:nvGraphicFramePr>
        <p:xfrm>
          <a:off x="9495884" y="6746348"/>
          <a:ext cx="5109496" cy="3589505"/>
        </p:xfrm>
        <a:graphic>
          <a:graphicData uri="http://schemas.openxmlformats.org/drawingml/2006/table">
            <a:tbl>
              <a:tblPr/>
              <a:tblGrid>
                <a:gridCol w="5109496">
                  <a:extLst>
                    <a:ext uri="{9D8B030D-6E8A-4147-A177-3AD203B41FA5}">
                      <a16:colId xmlns:a16="http://schemas.microsoft.com/office/drawing/2014/main" val="3219404072"/>
                    </a:ext>
                  </a:extLst>
                </a:gridCol>
              </a:tblGrid>
              <a:tr h="462498">
                <a:tc>
                  <a:txBody>
                    <a:bodyPr/>
                    <a:lstStyle/>
                    <a:p>
                      <a:pPr marL="0" marR="0" lvl="0" indent="0" algn="ctr" defTabSz="1133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dirty="0">
                          <a:solidFill>
                            <a:schemeClr val="bg1"/>
                          </a:solidFill>
                        </a:rPr>
                        <a:t>Plan de Masse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689543"/>
                  </a:ext>
                </a:extLst>
              </a:tr>
              <a:tr h="3127007"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endParaRPr lang="fr-FR" dirty="0"/>
                    </a:p>
                    <a:p>
                      <a:endParaRPr lang="fr-FR" dirty="0"/>
                    </a:p>
                    <a:p>
                      <a:endParaRPr lang="fr-FR" dirty="0"/>
                    </a:p>
                    <a:p>
                      <a:endParaRPr lang="fr-FR" dirty="0"/>
                    </a:p>
                    <a:p>
                      <a:endParaRPr lang="fr-FR" dirty="0"/>
                    </a:p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533597"/>
                  </a:ext>
                </a:extLst>
              </a:tr>
            </a:tbl>
          </a:graphicData>
        </a:graphic>
      </p:graphicFrame>
      <p:graphicFrame>
        <p:nvGraphicFramePr>
          <p:cNvPr id="26" name="Tableau 25">
            <a:extLst>
              <a:ext uri="{FF2B5EF4-FFF2-40B4-BE49-F238E27FC236}">
                <a16:creationId xmlns:a16="http://schemas.microsoft.com/office/drawing/2014/main" id="{7037E6B6-FBBF-11B3-7066-3FF0301B40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370780"/>
              </p:ext>
            </p:extLst>
          </p:nvPr>
        </p:nvGraphicFramePr>
        <p:xfrm>
          <a:off x="9495882" y="1752029"/>
          <a:ext cx="5109496" cy="3505608"/>
        </p:xfrm>
        <a:graphic>
          <a:graphicData uri="http://schemas.openxmlformats.org/drawingml/2006/table">
            <a:tbl>
              <a:tblPr/>
              <a:tblGrid>
                <a:gridCol w="5109496">
                  <a:extLst>
                    <a:ext uri="{9D8B030D-6E8A-4147-A177-3AD203B41FA5}">
                      <a16:colId xmlns:a16="http://schemas.microsoft.com/office/drawing/2014/main" val="3219404072"/>
                    </a:ext>
                  </a:extLst>
                </a:gridCol>
              </a:tblGrid>
              <a:tr h="451688"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>
                          <a:solidFill>
                            <a:schemeClr val="bg1"/>
                          </a:solidFill>
                        </a:rPr>
                        <a:t>Plan De Situation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689543"/>
                  </a:ext>
                </a:extLst>
              </a:tr>
              <a:tr h="3053920">
                <a:tc>
                  <a:txBody>
                    <a:bodyPr/>
                    <a:lstStyle/>
                    <a:p>
                      <a:endParaRPr lang="fr-FR" sz="1050" dirty="0"/>
                    </a:p>
                    <a:p>
                      <a:endParaRPr lang="fr-FR" dirty="0"/>
                    </a:p>
                    <a:p>
                      <a:endParaRPr lang="fr-FR" dirty="0"/>
                    </a:p>
                    <a:p>
                      <a:endParaRPr lang="fr-FR" dirty="0"/>
                    </a:p>
                    <a:p>
                      <a:endParaRPr lang="fr-FR" dirty="0"/>
                    </a:p>
                    <a:p>
                      <a:endParaRPr lang="fr-FR" dirty="0"/>
                    </a:p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533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317715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9608625FBB8642AF223644C68569BB" ma:contentTypeVersion="2" ma:contentTypeDescription="Crée un document." ma:contentTypeScope="" ma:versionID="ee6a889c6de9f7ff628841aa596ab1df">
  <xsd:schema xmlns:xsd="http://www.w3.org/2001/XMLSchema" xmlns:xs="http://www.w3.org/2001/XMLSchema" xmlns:p="http://schemas.microsoft.com/office/2006/metadata/properties" xmlns:ns2="0e2b052d-d1b4-4e00-930c-6a3aca40d50a" targetNamespace="http://schemas.microsoft.com/office/2006/metadata/properties" ma:root="true" ma:fieldsID="6c62e985ff2ca3c1444065598dad2ff1" ns2:_="">
    <xsd:import namespace="0e2b052d-d1b4-4e00-930c-6a3aca40d50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2b052d-d1b4-4e00-930c-6a3aca40d50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62FF2A8-411C-407E-A770-B4842E71F99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C52688-B35D-464E-B09C-027D4482FA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2b052d-d1b4-4e00-930c-6a3aca40d5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F00E664-CB57-46D2-BC34-74E0BD48C1D9}">
  <ds:schemaRefs>
    <ds:schemaRef ds:uri="http://purl.org/dc/terms/"/>
    <ds:schemaRef ds:uri="http://schemas.microsoft.com/office/2006/metadata/properties"/>
    <ds:schemaRef ds:uri="0e2b052d-d1b4-4e00-930c-6a3aca40d50a"/>
    <ds:schemaRef ds:uri="http://purl.org/dc/elements/1.1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20886</TotalTime>
  <Words>170</Words>
  <Application>Microsoft Office PowerPoint</Application>
  <PresentationFormat>Personnalisé</PresentationFormat>
  <Paragraphs>64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8" baseType="lpstr">
      <vt:lpstr>Aptos Display</vt:lpstr>
      <vt:lpstr>Arial</vt:lpstr>
      <vt:lpstr>Calibri</vt:lpstr>
      <vt:lpstr>Calibri Light</vt:lpstr>
      <vt:lpstr>Times New Roman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Jamal Mhimdat</dc:creator>
  <cp:lastModifiedBy>Raghda EL GAMAL</cp:lastModifiedBy>
  <cp:revision>403</cp:revision>
  <cp:lastPrinted>2026-04-01T10:18:10Z</cp:lastPrinted>
  <dcterms:created xsi:type="dcterms:W3CDTF">2024-11-01T08:22:02Z</dcterms:created>
  <dcterms:modified xsi:type="dcterms:W3CDTF">2026-04-06T14:05:49Z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0x010100E99608625FBB8642AF223644C68569BB</vt:lpwstr>
  </property>
</Properties>
</file>